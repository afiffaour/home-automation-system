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pperplate Gothic 32 AB" panose="020B0604020202020204" charset="0"/>
      <p:regular r:id="rId17"/>
    </p:embeddedFont>
    <p:embeddedFont>
      <p:font typeface="HK Grotesk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08879">
            <a:off x="8131181" y="5529981"/>
            <a:ext cx="71290" cy="74874"/>
          </a:xfrm>
          <a:custGeom>
            <a:avLst/>
            <a:gdLst/>
            <a:ahLst/>
            <a:cxnLst/>
            <a:rect l="l" t="t" r="r" b="b"/>
            <a:pathLst>
              <a:path w="71290" h="74874">
                <a:moveTo>
                  <a:pt x="0" y="0"/>
                </a:moveTo>
                <a:lnTo>
                  <a:pt x="71290" y="0"/>
                </a:lnTo>
                <a:lnTo>
                  <a:pt x="71290" y="74874"/>
                </a:lnTo>
                <a:lnTo>
                  <a:pt x="0" y="74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27136" y="5161833"/>
            <a:ext cx="37311" cy="74400"/>
          </a:xfrm>
          <a:custGeom>
            <a:avLst/>
            <a:gdLst/>
            <a:ahLst/>
            <a:cxnLst/>
            <a:rect l="l" t="t" r="r" b="b"/>
            <a:pathLst>
              <a:path w="37311" h="74400">
                <a:moveTo>
                  <a:pt x="0" y="0"/>
                </a:moveTo>
                <a:lnTo>
                  <a:pt x="37311" y="0"/>
                </a:lnTo>
                <a:lnTo>
                  <a:pt x="37311" y="74400"/>
                </a:lnTo>
                <a:lnTo>
                  <a:pt x="0" y="7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49700">
            <a:off x="8930872" y="5444597"/>
            <a:ext cx="46484" cy="66694"/>
          </a:xfrm>
          <a:custGeom>
            <a:avLst/>
            <a:gdLst/>
            <a:ahLst/>
            <a:cxnLst/>
            <a:rect l="l" t="t" r="r" b="b"/>
            <a:pathLst>
              <a:path w="46484" h="66694">
                <a:moveTo>
                  <a:pt x="0" y="0"/>
                </a:moveTo>
                <a:lnTo>
                  <a:pt x="46484" y="0"/>
                </a:lnTo>
                <a:lnTo>
                  <a:pt x="46484" y="66693"/>
                </a:lnTo>
                <a:lnTo>
                  <a:pt x="0" y="66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224690">
            <a:off x="8949268" y="5156053"/>
            <a:ext cx="86419" cy="80180"/>
          </a:xfrm>
          <a:custGeom>
            <a:avLst/>
            <a:gdLst/>
            <a:ahLst/>
            <a:cxnLst/>
            <a:rect l="l" t="t" r="r" b="b"/>
            <a:pathLst>
              <a:path w="86419" h="80180">
                <a:moveTo>
                  <a:pt x="0" y="0"/>
                </a:moveTo>
                <a:lnTo>
                  <a:pt x="86419" y="0"/>
                </a:lnTo>
                <a:lnTo>
                  <a:pt x="86419" y="80180"/>
                </a:lnTo>
                <a:lnTo>
                  <a:pt x="0" y="80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55728">
            <a:off x="8085137" y="5201559"/>
            <a:ext cx="55384" cy="94454"/>
          </a:xfrm>
          <a:custGeom>
            <a:avLst/>
            <a:gdLst/>
            <a:ahLst/>
            <a:cxnLst/>
            <a:rect l="l" t="t" r="r" b="b"/>
            <a:pathLst>
              <a:path w="55384" h="94454">
                <a:moveTo>
                  <a:pt x="0" y="0"/>
                </a:moveTo>
                <a:lnTo>
                  <a:pt x="55384" y="0"/>
                </a:lnTo>
                <a:lnTo>
                  <a:pt x="55384" y="94454"/>
                </a:lnTo>
                <a:lnTo>
                  <a:pt x="0" y="94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4218747"/>
            <a:ext cx="16230600" cy="157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55"/>
              </a:lnSpc>
              <a:spcBef>
                <a:spcPct val="0"/>
              </a:spcBef>
            </a:pPr>
            <a:r>
              <a:rPr lang="en-US" sz="8253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home automation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24625" y="9020175"/>
            <a:ext cx="52387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afif/miloud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408879">
            <a:off x="2795748" y="6626902"/>
            <a:ext cx="1159485" cy="1217783"/>
          </a:xfrm>
          <a:custGeom>
            <a:avLst/>
            <a:gdLst/>
            <a:ahLst/>
            <a:cxnLst/>
            <a:rect l="l" t="t" r="r" b="b"/>
            <a:pathLst>
              <a:path w="1159485" h="1217783">
                <a:moveTo>
                  <a:pt x="0" y="0"/>
                </a:moveTo>
                <a:lnTo>
                  <a:pt x="1159484" y="0"/>
                </a:lnTo>
                <a:lnTo>
                  <a:pt x="1159484" y="1217783"/>
                </a:lnTo>
                <a:lnTo>
                  <a:pt x="0" y="121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16705" y="1606086"/>
            <a:ext cx="606851" cy="1210067"/>
          </a:xfrm>
          <a:custGeom>
            <a:avLst/>
            <a:gdLst/>
            <a:ahLst/>
            <a:cxnLst/>
            <a:rect l="l" t="t" r="r" b="b"/>
            <a:pathLst>
              <a:path w="606851" h="1210067">
                <a:moveTo>
                  <a:pt x="0" y="0"/>
                </a:moveTo>
                <a:lnTo>
                  <a:pt x="606850" y="0"/>
                </a:lnTo>
                <a:lnTo>
                  <a:pt x="606850" y="1210067"/>
                </a:lnTo>
                <a:lnTo>
                  <a:pt x="0" y="1210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149700">
            <a:off x="15104436" y="6291091"/>
            <a:ext cx="756030" cy="1084738"/>
          </a:xfrm>
          <a:custGeom>
            <a:avLst/>
            <a:gdLst/>
            <a:ahLst/>
            <a:cxnLst/>
            <a:rect l="l" t="t" r="r" b="b"/>
            <a:pathLst>
              <a:path w="756030" h="1084738">
                <a:moveTo>
                  <a:pt x="0" y="0"/>
                </a:moveTo>
                <a:lnTo>
                  <a:pt x="756030" y="0"/>
                </a:lnTo>
                <a:lnTo>
                  <a:pt x="756030" y="1084738"/>
                </a:lnTo>
                <a:lnTo>
                  <a:pt x="0" y="1084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224690">
            <a:off x="15482451" y="1512064"/>
            <a:ext cx="1405560" cy="1304089"/>
          </a:xfrm>
          <a:custGeom>
            <a:avLst/>
            <a:gdLst/>
            <a:ahLst/>
            <a:cxnLst/>
            <a:rect l="l" t="t" r="r" b="b"/>
            <a:pathLst>
              <a:path w="1405560" h="1304089">
                <a:moveTo>
                  <a:pt x="0" y="0"/>
                </a:moveTo>
                <a:lnTo>
                  <a:pt x="1405560" y="0"/>
                </a:lnTo>
                <a:lnTo>
                  <a:pt x="1405560" y="1304089"/>
                </a:lnTo>
                <a:lnTo>
                  <a:pt x="0" y="1304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55728">
            <a:off x="1427834" y="2252195"/>
            <a:ext cx="900794" cy="1536239"/>
          </a:xfrm>
          <a:custGeom>
            <a:avLst/>
            <a:gdLst/>
            <a:ahLst/>
            <a:cxnLst/>
            <a:rect l="l" t="t" r="r" b="b"/>
            <a:pathLst>
              <a:path w="900794" h="1536239">
                <a:moveTo>
                  <a:pt x="0" y="0"/>
                </a:moveTo>
                <a:lnTo>
                  <a:pt x="900794" y="0"/>
                </a:lnTo>
                <a:lnTo>
                  <a:pt x="900794" y="1536238"/>
                </a:lnTo>
                <a:lnTo>
                  <a:pt x="0" y="15362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43263" y="4634746"/>
            <a:ext cx="11801475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home automation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00755" y="5549107"/>
            <a:ext cx="52387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afif/miloud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1414" y="3319073"/>
            <a:ext cx="16077886" cy="5939227"/>
            <a:chOff x="0" y="0"/>
            <a:chExt cx="4234505" cy="15642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4505" cy="1564241"/>
            </a:xfrm>
            <a:custGeom>
              <a:avLst/>
              <a:gdLst/>
              <a:ahLst/>
              <a:cxnLst/>
              <a:rect l="l" t="t" r="r" b="b"/>
              <a:pathLst>
                <a:path w="4234505" h="1564241">
                  <a:moveTo>
                    <a:pt x="8186" y="0"/>
                  </a:moveTo>
                  <a:lnTo>
                    <a:pt x="4226319" y="0"/>
                  </a:lnTo>
                  <a:cubicBezTo>
                    <a:pt x="4230840" y="0"/>
                    <a:pt x="4234505" y="3665"/>
                    <a:pt x="4234505" y="8186"/>
                  </a:cubicBezTo>
                  <a:lnTo>
                    <a:pt x="4234505" y="1556055"/>
                  </a:lnTo>
                  <a:cubicBezTo>
                    <a:pt x="4234505" y="1558226"/>
                    <a:pt x="4233643" y="1560308"/>
                    <a:pt x="4232108" y="1561843"/>
                  </a:cubicBezTo>
                  <a:cubicBezTo>
                    <a:pt x="4230572" y="1563378"/>
                    <a:pt x="4228490" y="1564241"/>
                    <a:pt x="4226319" y="1564241"/>
                  </a:cubicBezTo>
                  <a:lnTo>
                    <a:pt x="8186" y="1564241"/>
                  </a:lnTo>
                  <a:cubicBezTo>
                    <a:pt x="6015" y="1564241"/>
                    <a:pt x="3933" y="1563378"/>
                    <a:pt x="2398" y="1561843"/>
                  </a:cubicBezTo>
                  <a:cubicBezTo>
                    <a:pt x="862" y="1560308"/>
                    <a:pt x="0" y="1558226"/>
                    <a:pt x="0" y="1556055"/>
                  </a:cubicBezTo>
                  <a:lnTo>
                    <a:pt x="0" y="8186"/>
                  </a:lnTo>
                  <a:cubicBezTo>
                    <a:pt x="0" y="3665"/>
                    <a:pt x="3665" y="0"/>
                    <a:pt x="818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34505" cy="160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81414" y="3966408"/>
            <a:ext cx="16077886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Home Automation System Use Smart Device To Control Functions.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 Ensure The Comfort , Reduces Energy , And Time Consumption Of The User.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67412" y="748665"/>
            <a:ext cx="6353175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Introduction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1414" y="3319073"/>
            <a:ext cx="16077886" cy="5939227"/>
            <a:chOff x="0" y="0"/>
            <a:chExt cx="4234505" cy="15642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4505" cy="1564241"/>
            </a:xfrm>
            <a:custGeom>
              <a:avLst/>
              <a:gdLst/>
              <a:ahLst/>
              <a:cxnLst/>
              <a:rect l="l" t="t" r="r" b="b"/>
              <a:pathLst>
                <a:path w="4234505" h="1564241">
                  <a:moveTo>
                    <a:pt x="48153" y="0"/>
                  </a:moveTo>
                  <a:lnTo>
                    <a:pt x="4186353" y="0"/>
                  </a:lnTo>
                  <a:cubicBezTo>
                    <a:pt x="4212946" y="0"/>
                    <a:pt x="4234505" y="21559"/>
                    <a:pt x="4234505" y="48153"/>
                  </a:cubicBezTo>
                  <a:lnTo>
                    <a:pt x="4234505" y="1516088"/>
                  </a:lnTo>
                  <a:cubicBezTo>
                    <a:pt x="4234505" y="1528859"/>
                    <a:pt x="4229432" y="1541107"/>
                    <a:pt x="4220402" y="1550137"/>
                  </a:cubicBezTo>
                  <a:cubicBezTo>
                    <a:pt x="4211371" y="1559168"/>
                    <a:pt x="4199124" y="1564241"/>
                    <a:pt x="4186353" y="1564241"/>
                  </a:cubicBezTo>
                  <a:lnTo>
                    <a:pt x="48153" y="1564241"/>
                  </a:lnTo>
                  <a:cubicBezTo>
                    <a:pt x="35382" y="1564241"/>
                    <a:pt x="23134" y="1559168"/>
                    <a:pt x="14104" y="1550137"/>
                  </a:cubicBezTo>
                  <a:cubicBezTo>
                    <a:pt x="5073" y="1541107"/>
                    <a:pt x="0" y="1528859"/>
                    <a:pt x="0" y="1516088"/>
                  </a:cubicBezTo>
                  <a:lnTo>
                    <a:pt x="0" y="48153"/>
                  </a:lnTo>
                  <a:cubicBezTo>
                    <a:pt x="0" y="35382"/>
                    <a:pt x="5073" y="23134"/>
                    <a:pt x="14104" y="14104"/>
                  </a:cubicBezTo>
                  <a:cubicBezTo>
                    <a:pt x="23134" y="5073"/>
                    <a:pt x="35382" y="0"/>
                    <a:pt x="481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34505" cy="160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81414" y="3502810"/>
            <a:ext cx="16077886" cy="3831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USER AUTHENTICATION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REMOTE CONTROL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AUTOMATION ROUTINES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REMOTE MONITORING</a:t>
            </a:r>
          </a:p>
          <a:p>
            <a:pPr marL="947507" lvl="1" indent="-473754" algn="just">
              <a:lnSpc>
                <a:spcPts val="6144"/>
              </a:lnSpc>
              <a:spcBef>
                <a:spcPct val="0"/>
              </a:spcBef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VOICE CONTROL INTEGRATION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85950" y="748752"/>
            <a:ext cx="1451610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FUNCTIONAL REQUIREMENTS: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462" y="748665"/>
            <a:ext cx="16983075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NON-FUNCTIONAL REQUIREMENTS: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1414" y="3319073"/>
            <a:ext cx="16077886" cy="5939227"/>
            <a:chOff x="0" y="0"/>
            <a:chExt cx="4234505" cy="1564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34505" cy="1564241"/>
            </a:xfrm>
            <a:custGeom>
              <a:avLst/>
              <a:gdLst/>
              <a:ahLst/>
              <a:cxnLst/>
              <a:rect l="l" t="t" r="r" b="b"/>
              <a:pathLst>
                <a:path w="4234505" h="1564241">
                  <a:moveTo>
                    <a:pt x="48153" y="0"/>
                  </a:moveTo>
                  <a:lnTo>
                    <a:pt x="4186353" y="0"/>
                  </a:lnTo>
                  <a:cubicBezTo>
                    <a:pt x="4212946" y="0"/>
                    <a:pt x="4234505" y="21559"/>
                    <a:pt x="4234505" y="48153"/>
                  </a:cubicBezTo>
                  <a:lnTo>
                    <a:pt x="4234505" y="1516088"/>
                  </a:lnTo>
                  <a:cubicBezTo>
                    <a:pt x="4234505" y="1528859"/>
                    <a:pt x="4229432" y="1541107"/>
                    <a:pt x="4220402" y="1550137"/>
                  </a:cubicBezTo>
                  <a:cubicBezTo>
                    <a:pt x="4211371" y="1559168"/>
                    <a:pt x="4199124" y="1564241"/>
                    <a:pt x="4186353" y="1564241"/>
                  </a:cubicBezTo>
                  <a:lnTo>
                    <a:pt x="48153" y="1564241"/>
                  </a:lnTo>
                  <a:cubicBezTo>
                    <a:pt x="35382" y="1564241"/>
                    <a:pt x="23134" y="1559168"/>
                    <a:pt x="14104" y="1550137"/>
                  </a:cubicBezTo>
                  <a:cubicBezTo>
                    <a:pt x="5073" y="1541107"/>
                    <a:pt x="0" y="1528859"/>
                    <a:pt x="0" y="1516088"/>
                  </a:cubicBezTo>
                  <a:lnTo>
                    <a:pt x="0" y="48153"/>
                  </a:lnTo>
                  <a:cubicBezTo>
                    <a:pt x="0" y="35382"/>
                    <a:pt x="5073" y="23134"/>
                    <a:pt x="14104" y="14104"/>
                  </a:cubicBezTo>
                  <a:cubicBezTo>
                    <a:pt x="23134" y="5073"/>
                    <a:pt x="35382" y="0"/>
                    <a:pt x="4815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34505" cy="1602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81414" y="3502810"/>
            <a:ext cx="16077886" cy="460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USER-FRIENDLY INTERFACE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SCALABILITY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EFFECTIVENESS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SECURITY</a:t>
            </a:r>
          </a:p>
          <a:p>
            <a:pPr marL="947507" lvl="1" indent="-473754" algn="just">
              <a:lnSpc>
                <a:spcPts val="6144"/>
              </a:lnSpc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RELIABILITY</a:t>
            </a:r>
          </a:p>
          <a:p>
            <a:pPr marL="947507" lvl="1" indent="-473754" algn="just">
              <a:lnSpc>
                <a:spcPts val="6144"/>
              </a:lnSpc>
              <a:spcBef>
                <a:spcPct val="0"/>
              </a:spcBef>
              <a:buFont typeface="Arial"/>
              <a:buChar char="•"/>
            </a:pPr>
            <a:r>
              <a:rPr lang="en-US" sz="4388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COMPATIBILITY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86362" y="173227"/>
            <a:ext cx="7915275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usecase-diagram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655353" y="1509523"/>
            <a:ext cx="13544413" cy="8777477"/>
            <a:chOff x="0" y="0"/>
            <a:chExt cx="3567253" cy="23117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67253" cy="2311764"/>
            </a:xfrm>
            <a:custGeom>
              <a:avLst/>
              <a:gdLst/>
              <a:ahLst/>
              <a:cxnLst/>
              <a:rect l="l" t="t" r="r" b="b"/>
              <a:pathLst>
                <a:path w="3567253" h="2311764">
                  <a:moveTo>
                    <a:pt x="57160" y="0"/>
                  </a:moveTo>
                  <a:lnTo>
                    <a:pt x="3510093" y="0"/>
                  </a:lnTo>
                  <a:cubicBezTo>
                    <a:pt x="3525253" y="0"/>
                    <a:pt x="3539792" y="6022"/>
                    <a:pt x="3550511" y="16742"/>
                  </a:cubicBezTo>
                  <a:cubicBezTo>
                    <a:pt x="3561231" y="27461"/>
                    <a:pt x="3567253" y="42000"/>
                    <a:pt x="3567253" y="57160"/>
                  </a:cubicBezTo>
                  <a:lnTo>
                    <a:pt x="3567253" y="2254604"/>
                  </a:lnTo>
                  <a:cubicBezTo>
                    <a:pt x="3567253" y="2269764"/>
                    <a:pt x="3561231" y="2284302"/>
                    <a:pt x="3550511" y="2295022"/>
                  </a:cubicBezTo>
                  <a:cubicBezTo>
                    <a:pt x="3539792" y="2305741"/>
                    <a:pt x="3525253" y="2311764"/>
                    <a:pt x="3510093" y="2311764"/>
                  </a:cubicBezTo>
                  <a:lnTo>
                    <a:pt x="57160" y="2311764"/>
                  </a:lnTo>
                  <a:cubicBezTo>
                    <a:pt x="42000" y="2311764"/>
                    <a:pt x="27461" y="2305741"/>
                    <a:pt x="16742" y="2295022"/>
                  </a:cubicBezTo>
                  <a:cubicBezTo>
                    <a:pt x="6022" y="2284302"/>
                    <a:pt x="0" y="2269764"/>
                    <a:pt x="0" y="2254604"/>
                  </a:cubicBezTo>
                  <a:lnTo>
                    <a:pt x="0" y="57160"/>
                  </a:lnTo>
                  <a:cubicBezTo>
                    <a:pt x="0" y="42000"/>
                    <a:pt x="6022" y="27461"/>
                    <a:pt x="16742" y="16742"/>
                  </a:cubicBezTo>
                  <a:cubicBezTo>
                    <a:pt x="27461" y="6022"/>
                    <a:pt x="42000" y="0"/>
                    <a:pt x="571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67253" cy="234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65230" y="1627224"/>
            <a:ext cx="10524660" cy="8518294"/>
          </a:xfrm>
          <a:custGeom>
            <a:avLst/>
            <a:gdLst/>
            <a:ahLst/>
            <a:cxnLst/>
            <a:rect l="l" t="t" r="r" b="b"/>
            <a:pathLst>
              <a:path w="10524660" h="8518294">
                <a:moveTo>
                  <a:pt x="0" y="0"/>
                </a:moveTo>
                <a:lnTo>
                  <a:pt x="10524660" y="0"/>
                </a:lnTo>
                <a:lnTo>
                  <a:pt x="10524660" y="8518294"/>
                </a:lnTo>
                <a:lnTo>
                  <a:pt x="0" y="8518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266"/>
            </a:stretch>
          </a:blipFill>
          <a:ln w="9525" cap="sq">
            <a:solidFill>
              <a:srgbClr val="004AAD"/>
            </a:solidFill>
            <a:prstDash val="solid"/>
            <a:miter/>
          </a:ln>
        </p:spPr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5353" y="1435895"/>
            <a:ext cx="13544413" cy="8777477"/>
            <a:chOff x="0" y="0"/>
            <a:chExt cx="3567253" cy="2311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67253" cy="2311764"/>
            </a:xfrm>
            <a:custGeom>
              <a:avLst/>
              <a:gdLst/>
              <a:ahLst/>
              <a:cxnLst/>
              <a:rect l="l" t="t" r="r" b="b"/>
              <a:pathLst>
                <a:path w="3567253" h="2311764">
                  <a:moveTo>
                    <a:pt x="57160" y="0"/>
                  </a:moveTo>
                  <a:lnTo>
                    <a:pt x="3510093" y="0"/>
                  </a:lnTo>
                  <a:cubicBezTo>
                    <a:pt x="3525253" y="0"/>
                    <a:pt x="3539792" y="6022"/>
                    <a:pt x="3550511" y="16742"/>
                  </a:cubicBezTo>
                  <a:cubicBezTo>
                    <a:pt x="3561231" y="27461"/>
                    <a:pt x="3567253" y="42000"/>
                    <a:pt x="3567253" y="57160"/>
                  </a:cubicBezTo>
                  <a:lnTo>
                    <a:pt x="3567253" y="2254604"/>
                  </a:lnTo>
                  <a:cubicBezTo>
                    <a:pt x="3567253" y="2269764"/>
                    <a:pt x="3561231" y="2284302"/>
                    <a:pt x="3550511" y="2295022"/>
                  </a:cubicBezTo>
                  <a:cubicBezTo>
                    <a:pt x="3539792" y="2305741"/>
                    <a:pt x="3525253" y="2311764"/>
                    <a:pt x="3510093" y="2311764"/>
                  </a:cubicBezTo>
                  <a:lnTo>
                    <a:pt x="57160" y="2311764"/>
                  </a:lnTo>
                  <a:cubicBezTo>
                    <a:pt x="42000" y="2311764"/>
                    <a:pt x="27461" y="2305741"/>
                    <a:pt x="16742" y="2295022"/>
                  </a:cubicBezTo>
                  <a:cubicBezTo>
                    <a:pt x="6022" y="2284302"/>
                    <a:pt x="0" y="2269764"/>
                    <a:pt x="0" y="2254604"/>
                  </a:cubicBezTo>
                  <a:lnTo>
                    <a:pt x="0" y="57160"/>
                  </a:lnTo>
                  <a:cubicBezTo>
                    <a:pt x="0" y="42000"/>
                    <a:pt x="6022" y="27461"/>
                    <a:pt x="16742" y="16742"/>
                  </a:cubicBezTo>
                  <a:cubicBezTo>
                    <a:pt x="27461" y="6022"/>
                    <a:pt x="42000" y="0"/>
                    <a:pt x="571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67253" cy="234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993349" y="1676405"/>
            <a:ext cx="12536408" cy="8258359"/>
          </a:xfrm>
          <a:custGeom>
            <a:avLst/>
            <a:gdLst/>
            <a:ahLst/>
            <a:cxnLst/>
            <a:rect l="l" t="t" r="r" b="b"/>
            <a:pathLst>
              <a:path w="12536408" h="8258359">
                <a:moveTo>
                  <a:pt x="0" y="0"/>
                </a:moveTo>
                <a:lnTo>
                  <a:pt x="12536408" y="0"/>
                </a:lnTo>
                <a:lnTo>
                  <a:pt x="12536408" y="8258358"/>
                </a:lnTo>
                <a:lnTo>
                  <a:pt x="0" y="825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124825" y="173227"/>
            <a:ext cx="20383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ERD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61296" y="114332"/>
            <a:ext cx="9363341" cy="100107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722946" y="220560"/>
            <a:ext cx="20383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DFD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241171"/>
            <a:ext cx="6735291" cy="9757115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5353" y="1509523"/>
            <a:ext cx="13544413" cy="8777477"/>
            <a:chOff x="0" y="0"/>
            <a:chExt cx="3567253" cy="2311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67253" cy="2311764"/>
            </a:xfrm>
            <a:custGeom>
              <a:avLst/>
              <a:gdLst/>
              <a:ahLst/>
              <a:cxnLst/>
              <a:rect l="l" t="t" r="r" b="b"/>
              <a:pathLst>
                <a:path w="3567253" h="2311764">
                  <a:moveTo>
                    <a:pt x="57160" y="0"/>
                  </a:moveTo>
                  <a:lnTo>
                    <a:pt x="3510093" y="0"/>
                  </a:lnTo>
                  <a:cubicBezTo>
                    <a:pt x="3525253" y="0"/>
                    <a:pt x="3539792" y="6022"/>
                    <a:pt x="3550511" y="16742"/>
                  </a:cubicBezTo>
                  <a:cubicBezTo>
                    <a:pt x="3561231" y="27461"/>
                    <a:pt x="3567253" y="42000"/>
                    <a:pt x="3567253" y="57160"/>
                  </a:cubicBezTo>
                  <a:lnTo>
                    <a:pt x="3567253" y="2254604"/>
                  </a:lnTo>
                  <a:cubicBezTo>
                    <a:pt x="3567253" y="2269764"/>
                    <a:pt x="3561231" y="2284302"/>
                    <a:pt x="3550511" y="2295022"/>
                  </a:cubicBezTo>
                  <a:cubicBezTo>
                    <a:pt x="3539792" y="2305741"/>
                    <a:pt x="3525253" y="2311764"/>
                    <a:pt x="3510093" y="2311764"/>
                  </a:cubicBezTo>
                  <a:lnTo>
                    <a:pt x="57160" y="2311764"/>
                  </a:lnTo>
                  <a:cubicBezTo>
                    <a:pt x="42000" y="2311764"/>
                    <a:pt x="27461" y="2305741"/>
                    <a:pt x="16742" y="2295022"/>
                  </a:cubicBezTo>
                  <a:cubicBezTo>
                    <a:pt x="6022" y="2284302"/>
                    <a:pt x="0" y="2269764"/>
                    <a:pt x="0" y="2254604"/>
                  </a:cubicBezTo>
                  <a:lnTo>
                    <a:pt x="0" y="57160"/>
                  </a:lnTo>
                  <a:cubicBezTo>
                    <a:pt x="0" y="42000"/>
                    <a:pt x="6022" y="27461"/>
                    <a:pt x="16742" y="16742"/>
                  </a:cubicBezTo>
                  <a:cubicBezTo>
                    <a:pt x="27461" y="6022"/>
                    <a:pt x="42000" y="0"/>
                    <a:pt x="571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67253" cy="234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147710" y="1845207"/>
            <a:ext cx="3676808" cy="7993060"/>
          </a:xfrm>
          <a:custGeom>
            <a:avLst/>
            <a:gdLst/>
            <a:ahLst/>
            <a:cxnLst/>
            <a:rect l="l" t="t" r="r" b="b"/>
            <a:pathLst>
              <a:path w="3676808" h="7993060">
                <a:moveTo>
                  <a:pt x="0" y="0"/>
                </a:moveTo>
                <a:lnTo>
                  <a:pt x="3676808" y="0"/>
                </a:lnTo>
                <a:lnTo>
                  <a:pt x="3676808" y="7993060"/>
                </a:lnTo>
                <a:lnTo>
                  <a:pt x="0" y="7993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37426" y="1961945"/>
            <a:ext cx="3621411" cy="7872632"/>
          </a:xfrm>
          <a:custGeom>
            <a:avLst/>
            <a:gdLst/>
            <a:ahLst/>
            <a:cxnLst/>
            <a:rect l="l" t="t" r="r" b="b"/>
            <a:pathLst>
              <a:path w="3621411" h="7872632">
                <a:moveTo>
                  <a:pt x="0" y="0"/>
                </a:moveTo>
                <a:lnTo>
                  <a:pt x="3621410" y="0"/>
                </a:lnTo>
                <a:lnTo>
                  <a:pt x="3621410" y="7872632"/>
                </a:lnTo>
                <a:lnTo>
                  <a:pt x="0" y="7872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52825" y="173227"/>
            <a:ext cx="111823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UI:Login/main Interface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6260" y="1509523"/>
            <a:ext cx="16999715" cy="8777477"/>
            <a:chOff x="0" y="0"/>
            <a:chExt cx="4477291" cy="2311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7291" cy="2311764"/>
            </a:xfrm>
            <a:custGeom>
              <a:avLst/>
              <a:gdLst/>
              <a:ahLst/>
              <a:cxnLst/>
              <a:rect l="l" t="t" r="r" b="b"/>
              <a:pathLst>
                <a:path w="4477291" h="2311764">
                  <a:moveTo>
                    <a:pt x="45541" y="0"/>
                  </a:moveTo>
                  <a:lnTo>
                    <a:pt x="4431750" y="0"/>
                  </a:lnTo>
                  <a:cubicBezTo>
                    <a:pt x="4456902" y="0"/>
                    <a:pt x="4477291" y="20390"/>
                    <a:pt x="4477291" y="45541"/>
                  </a:cubicBezTo>
                  <a:lnTo>
                    <a:pt x="4477291" y="2266222"/>
                  </a:lnTo>
                  <a:cubicBezTo>
                    <a:pt x="4477291" y="2291374"/>
                    <a:pt x="4456902" y="2311764"/>
                    <a:pt x="4431750" y="2311764"/>
                  </a:cubicBezTo>
                  <a:lnTo>
                    <a:pt x="45541" y="2311764"/>
                  </a:lnTo>
                  <a:cubicBezTo>
                    <a:pt x="20390" y="2311764"/>
                    <a:pt x="0" y="2291374"/>
                    <a:pt x="0" y="2266222"/>
                  </a:cubicBezTo>
                  <a:lnTo>
                    <a:pt x="0" y="45541"/>
                  </a:lnTo>
                  <a:cubicBezTo>
                    <a:pt x="0" y="20390"/>
                    <a:pt x="20390" y="0"/>
                    <a:pt x="455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77291" cy="234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711587" y="2181840"/>
            <a:ext cx="3676808" cy="7988701"/>
          </a:xfrm>
          <a:custGeom>
            <a:avLst/>
            <a:gdLst/>
            <a:ahLst/>
            <a:cxnLst/>
            <a:rect l="l" t="t" r="r" b="b"/>
            <a:pathLst>
              <a:path w="3676808" h="7988701">
                <a:moveTo>
                  <a:pt x="0" y="0"/>
                </a:moveTo>
                <a:lnTo>
                  <a:pt x="3676808" y="0"/>
                </a:lnTo>
                <a:lnTo>
                  <a:pt x="3676808" y="7988700"/>
                </a:lnTo>
                <a:lnTo>
                  <a:pt x="0" y="798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0148" y="2181840"/>
            <a:ext cx="3730409" cy="8105160"/>
          </a:xfrm>
          <a:custGeom>
            <a:avLst/>
            <a:gdLst/>
            <a:ahLst/>
            <a:cxnLst/>
            <a:rect l="l" t="t" r="r" b="b"/>
            <a:pathLst>
              <a:path w="3730409" h="8105160">
                <a:moveTo>
                  <a:pt x="0" y="0"/>
                </a:moveTo>
                <a:lnTo>
                  <a:pt x="3730409" y="0"/>
                </a:lnTo>
                <a:lnTo>
                  <a:pt x="3730409" y="8105160"/>
                </a:lnTo>
                <a:lnTo>
                  <a:pt x="0" y="8105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79425" y="2181840"/>
            <a:ext cx="3674802" cy="7988701"/>
          </a:xfrm>
          <a:custGeom>
            <a:avLst/>
            <a:gdLst/>
            <a:ahLst/>
            <a:cxnLst/>
            <a:rect l="l" t="t" r="r" b="b"/>
            <a:pathLst>
              <a:path w="3674802" h="7988701">
                <a:moveTo>
                  <a:pt x="0" y="0"/>
                </a:moveTo>
                <a:lnTo>
                  <a:pt x="3674802" y="0"/>
                </a:lnTo>
                <a:lnTo>
                  <a:pt x="3674802" y="7988700"/>
                </a:lnTo>
                <a:lnTo>
                  <a:pt x="0" y="798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44752" y="2181840"/>
            <a:ext cx="3674802" cy="7988701"/>
          </a:xfrm>
          <a:custGeom>
            <a:avLst/>
            <a:gdLst/>
            <a:ahLst/>
            <a:cxnLst/>
            <a:rect l="l" t="t" r="r" b="b"/>
            <a:pathLst>
              <a:path w="3674802" h="7988701">
                <a:moveTo>
                  <a:pt x="0" y="0"/>
                </a:moveTo>
                <a:lnTo>
                  <a:pt x="3674802" y="0"/>
                </a:lnTo>
                <a:lnTo>
                  <a:pt x="3674802" y="7988700"/>
                </a:lnTo>
                <a:lnTo>
                  <a:pt x="0" y="798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38675" y="173227"/>
            <a:ext cx="90106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UI:remote control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5353" y="1509523"/>
            <a:ext cx="13544413" cy="8777477"/>
            <a:chOff x="0" y="0"/>
            <a:chExt cx="3567253" cy="23117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67253" cy="2311764"/>
            </a:xfrm>
            <a:custGeom>
              <a:avLst/>
              <a:gdLst/>
              <a:ahLst/>
              <a:cxnLst/>
              <a:rect l="l" t="t" r="r" b="b"/>
              <a:pathLst>
                <a:path w="3567253" h="2311764">
                  <a:moveTo>
                    <a:pt x="57160" y="0"/>
                  </a:moveTo>
                  <a:lnTo>
                    <a:pt x="3510093" y="0"/>
                  </a:lnTo>
                  <a:cubicBezTo>
                    <a:pt x="3525253" y="0"/>
                    <a:pt x="3539792" y="6022"/>
                    <a:pt x="3550511" y="16742"/>
                  </a:cubicBezTo>
                  <a:cubicBezTo>
                    <a:pt x="3561231" y="27461"/>
                    <a:pt x="3567253" y="42000"/>
                    <a:pt x="3567253" y="57160"/>
                  </a:cubicBezTo>
                  <a:lnTo>
                    <a:pt x="3567253" y="2254604"/>
                  </a:lnTo>
                  <a:cubicBezTo>
                    <a:pt x="3567253" y="2269764"/>
                    <a:pt x="3561231" y="2284302"/>
                    <a:pt x="3550511" y="2295022"/>
                  </a:cubicBezTo>
                  <a:cubicBezTo>
                    <a:pt x="3539792" y="2305741"/>
                    <a:pt x="3525253" y="2311764"/>
                    <a:pt x="3510093" y="2311764"/>
                  </a:cubicBezTo>
                  <a:lnTo>
                    <a:pt x="57160" y="2311764"/>
                  </a:lnTo>
                  <a:cubicBezTo>
                    <a:pt x="42000" y="2311764"/>
                    <a:pt x="27461" y="2305741"/>
                    <a:pt x="16742" y="2295022"/>
                  </a:cubicBezTo>
                  <a:cubicBezTo>
                    <a:pt x="6022" y="2284302"/>
                    <a:pt x="0" y="2269764"/>
                    <a:pt x="0" y="2254604"/>
                  </a:cubicBezTo>
                  <a:lnTo>
                    <a:pt x="0" y="57160"/>
                  </a:lnTo>
                  <a:cubicBezTo>
                    <a:pt x="0" y="42000"/>
                    <a:pt x="6022" y="27461"/>
                    <a:pt x="16742" y="16742"/>
                  </a:cubicBezTo>
                  <a:cubicBezTo>
                    <a:pt x="27461" y="6022"/>
                    <a:pt x="42000" y="0"/>
                    <a:pt x="5716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5000"/>
                  </a:srgbClr>
                </a:gs>
                <a:gs pos="100000">
                  <a:srgbClr val="3533CD">
                    <a:alpha val="15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67253" cy="23498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69431" y="1901731"/>
            <a:ext cx="3676808" cy="7993060"/>
          </a:xfrm>
          <a:custGeom>
            <a:avLst/>
            <a:gdLst/>
            <a:ahLst/>
            <a:cxnLst/>
            <a:rect l="l" t="t" r="r" b="b"/>
            <a:pathLst>
              <a:path w="3676808" h="7993060">
                <a:moveTo>
                  <a:pt x="0" y="0"/>
                </a:moveTo>
                <a:lnTo>
                  <a:pt x="3676808" y="0"/>
                </a:lnTo>
                <a:lnTo>
                  <a:pt x="3676808" y="7993061"/>
                </a:lnTo>
                <a:lnTo>
                  <a:pt x="0" y="7993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78816" y="1901731"/>
            <a:ext cx="3676808" cy="7993060"/>
          </a:xfrm>
          <a:custGeom>
            <a:avLst/>
            <a:gdLst/>
            <a:ahLst/>
            <a:cxnLst/>
            <a:rect l="l" t="t" r="r" b="b"/>
            <a:pathLst>
              <a:path w="3676808" h="7993060">
                <a:moveTo>
                  <a:pt x="0" y="0"/>
                </a:moveTo>
                <a:lnTo>
                  <a:pt x="3676807" y="0"/>
                </a:lnTo>
                <a:lnTo>
                  <a:pt x="3676807" y="7993061"/>
                </a:lnTo>
                <a:lnTo>
                  <a:pt x="0" y="7993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00725" y="173227"/>
            <a:ext cx="6686550" cy="115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sz="6001">
                <a:solidFill>
                  <a:srgbClr val="F2EAFF"/>
                </a:solidFill>
                <a:latin typeface="Copperplate Gothic 32 AB"/>
                <a:ea typeface="Copperplate Gothic 32 AB"/>
                <a:cs typeface="Copperplate Gothic 32 AB"/>
                <a:sym typeface="Copperplate Gothic 32 AB"/>
              </a:rPr>
              <a:t>UI:automation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Office PowerPoint</Application>
  <PresentationFormat>Custom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Copperplate Gothic 32 AB</vt:lpstr>
      <vt:lpstr>HK Grotesk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automation System</dc:title>
  <cp:lastModifiedBy>Miloud</cp:lastModifiedBy>
  <cp:revision>2</cp:revision>
  <dcterms:created xsi:type="dcterms:W3CDTF">2006-08-16T00:00:00Z</dcterms:created>
  <dcterms:modified xsi:type="dcterms:W3CDTF">2025-05-25T20:48:44Z</dcterms:modified>
  <dc:identifier>DAGodAZjs1I</dc:identifier>
</cp:coreProperties>
</file>